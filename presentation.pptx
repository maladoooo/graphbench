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F96167">
              <a:alpha val="3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F9E795">
              <a:alpha val="4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MIAGE — OPTIMISATION COMBINATOIRE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GraphBench Challenge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Réfutation automatique de conjectures en théorie des graphes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Raphaël Meimoun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A3BFE8"/>
                </a:solidFill>
              </a:rPr>
              <a:t>8 mai 2026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A3BFE8"/>
                </a:solidFill>
              </a:rPr>
              <a:t>github.com/maladoooo/graphbench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0" y="47548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4846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100/100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686800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conjectures réfutées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0" y="5715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: 5.0 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défi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conjectures mathématiques à réfuter automatiquement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6118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conjectures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conjecture affirme qu'une inégalité entre invariants est vraie pour tous les graphes d'une classe donnée.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737360"/>
            <a:ext cx="361188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Trouver un contre-exemple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conjecture, construire un graphe G qui viole strictement l'inégalité.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737360"/>
            <a:ext cx="3611880" cy="91440"/>
          </a:xfrm>
          <a:prstGeom prst="rect">
            <a:avLst/>
          </a:prstGeom>
          <a:solidFill>
            <a:srgbClr val="2E3D7E"/>
          </a:solidFill>
          <a:ln w="12700">
            <a:solidFill>
              <a:srgbClr val="2E3D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⏱️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3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s par conjecture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somme des temps. Pénalité = 120 s par échec. Le meilleur a le score le plus FAIBLE.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du score : </a:t>
            </a:r>
            <a:pPr indent="0" marL="0">
              <a:buNone/>
            </a:pPr>
            <a:r>
              <a:rPr lang="en-US" sz="16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Σᵢ cᵢ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où  cᵢ = tᵢ si trouvé, 120 sinon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conjecture, c'est quoi 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 tiré du benchmark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CONJECTURE #5998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 graphe G connexe et sans-griffe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α(G) ≤ −2.77 + 8.21·r(G)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− 2.54·r(G)² + 0.25·r(G)³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α(G)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nombre d'indépendance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rayon du graphe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Trouver G tel que α(G) &gt; f(r(G))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CONTRE-EXEMPLE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Triangular snake (6 triangles)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310896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76288" y="3209544"/>
            <a:ext cx="3931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1716" y="2560320"/>
            <a:ext cx="201168" cy="20116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3108960"/>
            <a:ext cx="192024" cy="-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67728" y="2743200"/>
            <a:ext cx="201168" cy="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9480" y="310896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0648" y="3209544"/>
            <a:ext cx="3931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6076" y="2560320"/>
            <a:ext cx="201168" cy="20116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3108960"/>
            <a:ext cx="192024" cy="-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2088" y="2743200"/>
            <a:ext cx="201168" cy="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10896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3209544"/>
            <a:ext cx="3931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60436" y="2560320"/>
            <a:ext cx="201168" cy="20116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64424" y="3108960"/>
            <a:ext cx="192024" cy="-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2743200"/>
            <a:ext cx="201168" cy="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8200" y="310896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3209544"/>
            <a:ext cx="3931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54796" y="2560320"/>
            <a:ext cx="201168" cy="20116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3108960"/>
            <a:ext cx="192024" cy="-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50808" y="2743200"/>
            <a:ext cx="201168" cy="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310896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53728" y="3209544"/>
            <a:ext cx="3931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49156" y="2560320"/>
            <a:ext cx="201168" cy="20116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53144" y="3108960"/>
            <a:ext cx="192024" cy="-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45168" y="2743200"/>
            <a:ext cx="201168" cy="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310896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48088" y="3209544"/>
            <a:ext cx="3931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43516" y="2560320"/>
            <a:ext cx="201168" cy="20116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47504" y="3108960"/>
            <a:ext cx="192024" cy="-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39528" y="2743200"/>
            <a:ext cx="201168" cy="365760"/>
          </a:xfrm>
          <a:prstGeom prst="line">
            <a:avLst/>
          </a:prstGeom>
          <a:noFill/>
          <a:ln w="12700">
            <a:solidFill>
              <a:srgbClr val="A3BF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41280" y="310896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13 sommets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 (les ●)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     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f(3)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5.80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92240" y="5212080"/>
            <a:ext cx="493776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violation = 6 − 5.80 = +0.20  ✓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en cascade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rapide au plus lent : 4 niveaux d'attaque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26060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60604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(intra-run)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1691640" cy="502920"/>
          </a:xfrm>
          <a:prstGeom prst="roundRect">
            <a:avLst>
              <a:gd name="adj" fmla="val 45455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 µs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977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arithmétique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conjecture similaire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résolue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3127248" y="3566160"/>
            <a:ext cx="137160" cy="274320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011680"/>
            <a:ext cx="26060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011680"/>
            <a:ext cx="260604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Filter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 spécifique)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94760" y="3337560"/>
            <a:ext cx="1691640" cy="502920"/>
          </a:xfrm>
          <a:prstGeom prst="roundRect">
            <a:avLst>
              <a:gd name="adj" fmla="val 45455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1–50 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977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directement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graphe selon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invariants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6007608" y="3566160"/>
            <a:ext cx="137160" cy="274320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011680"/>
            <a:ext cx="26060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3D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011680"/>
            <a:ext cx="2606040" cy="1097280"/>
          </a:xfrm>
          <a:prstGeom prst="rect">
            <a:avLst/>
          </a:prstGeom>
          <a:solidFill>
            <a:srgbClr val="2E3D7E"/>
          </a:solidFill>
          <a:ln w="12700">
            <a:solidFill>
              <a:srgbClr val="2E3D7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Batterie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 graphes)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3337560"/>
            <a:ext cx="1691640" cy="502920"/>
          </a:xfrm>
          <a:prstGeom prst="roundRect">
            <a:avLst>
              <a:gd name="adj" fmla="val 45455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0.15–30 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977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K_n, P_n, Petersen…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invariants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en cache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5400000">
            <a:off x="8887968" y="3566160"/>
            <a:ext cx="137160" cy="274320"/>
          </a:xfrm>
          <a:prstGeom prst="rtTriangl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8280" y="2011680"/>
            <a:ext cx="26060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98280" y="2011680"/>
            <a:ext cx="260604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98280" y="2011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982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(mutation + score)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55480" y="3337560"/>
            <a:ext cx="1691640" cy="502920"/>
          </a:xfrm>
          <a:prstGeom prst="roundRect">
            <a:avLst>
              <a:gd name="adj" fmla="val 45455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3337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ms–1.5 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26880" y="39776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mutation,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réparation,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(amélioré FunSearch)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Idée centrale 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essayer le moins cher d'abord, ne tomber dans la recherche locale qu'en dernier recours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Heuristique simple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locale avec mutations et score = violation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943600" cy="4572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Pseudo-code de la boucle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population = generate_initial_graphs()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best_graph = None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time_elapsed &lt; 60: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 = select_candidate(population)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mutate(G)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repair_if_needed(H, class)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invariants = compute_invariants(H)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violation_score(invariants)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 best_score: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best_graph = 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 0: </a:t>
            </a:r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counterexample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COMPOSANTS (TP §6)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22860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22402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06640" y="2532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nx.Graph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294436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06640" y="2898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initiale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31912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Erdős-Rényi + classes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60273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355701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de 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38496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violation(G) = A − f(B)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426110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42153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locales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4507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types (arête±, sommet±, …)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491947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48737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recherche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5166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→ mutate →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5577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06640" y="5532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 de classe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58247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anti-claw, reconnexion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FunSearch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fait évoluer la fonction de score elle-même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8288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pure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BFE8"/>
                </a:solidFill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914400" cy="914400"/>
          </a:xfrm>
          <a:prstGeom prst="ellipse">
            <a:avLst/>
          </a:prstGeom>
          <a:solidFill>
            <a:srgbClr val="2E3D7E"/>
          </a:solidFill>
          <a:ln w="12700">
            <a:solidFill>
              <a:srgbClr val="2E3D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88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sur ~15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conjectures-test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BFE8"/>
                </a:solidFill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5897880" y="1828800"/>
            <a:ext cx="914400" cy="9144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120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(found, score)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BFE8"/>
                </a:solidFill>
              </a:rPr>
              <a:t>→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914400" cy="9144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4523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LLM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+ crossover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(Llama 3.1 via Groq)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8116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BFE8"/>
                </a:solidFill>
              </a:rPr>
              <a:t>→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10561320" y="1828800"/>
            <a:ext cx="914400" cy="914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7840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générations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best_heuristic.py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72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RETENUE (évoluée sur 10 générations)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heuristic_score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(G, invariants, conjecture):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10.0 * violation       # terme dominant (TP §7)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+ 0.3 * diameter + 0.2 * Δ + 0.1 * triangles   # bonus structurels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- 0.005 * n - 0.1 * |density - 0.5|            # pénalités douces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#1 — Smart Filters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DIRECTEMENT le bon graphe (zéro mutation)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type d'invariants, une famille de graphes est connue pour produire les violations extrêmes 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29184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CONJECTURE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 CIBLÉE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 ÇA MARCHE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second_smallest_laplace_eigenvalue (λ₂)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Barbell K_k–e–K_k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λ₂ → 0 quand k grandit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independence ≤ f(radius), claw-free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 snake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k, r = ⌊k/2⌋, claw-free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remoteness vs matching/vertex_cover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+ path + caterpillar + lollipop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 diverse (25 graphes)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diameter dans claw_free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C_n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diamètre, sans griffe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density vs proximity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Clique K_k + chemin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Densité variable + nœud excentré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matching vs total_domination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Graphes aléatoires sparses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∈ [0.2, 0.4], n ∈ [10, 20]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conjectures résolues en &lt; 1 ms (vs ~200 ms en recherche locale aveugle)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#2 — Cache cross-conjectures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intra-run : un graphe trouvé sert pour les conjectures similaires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A3B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CONSTAT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conjectures partagent le MÊME contre-exemple (mêmes invariants, coefficients f() différents) 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Graphe 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GhCGKC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viole #5994, #5996, #6000 (3 conjectures)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Graphe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K~~{?CB?wF_^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viole #737, #6617, #7712, #7713, #7753 (5 conjectures)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8640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 stockage (conjecture résolue)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(subgroups, x_name, y_name, sign)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_GRAPH_CACHE[key].append(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(graph, x_value, y_value)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48640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 lookup (vérification ~1 µs)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(G, x_val, y_val) </a:t>
            </a:r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fx = conjecture.eval_f(x_val)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viol = fx - y_val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 &gt; 0: </a:t>
            </a:r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G  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24535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Pas d'ID de conjecture utilisé — uniquement la SIGNATURE structurelle. 100 % conforme au TP.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#3 — Le bug ARPACK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bug silencieux qui faisait perdre 200 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AVANT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nx.algebraic_connectivity(G)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le solveur ARPACK (méthode de Lanczos).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graphes barbell : λ₂ ≈ 10⁻¹⁵ → ARPACK 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 silencieusement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reste bloqué.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5120640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conjectures bloquées 20 s chacune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160 s de pénalité totale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4864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APRÈS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numpy.linalg.eigvalsh(laplacian)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spectrale complète (LAPACK).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200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O(n³) — acceptable pour n ≤ 300. Pas de divergence.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4572000"/>
            <a:ext cx="512064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conjectures résolues en &lt; 0.3 s chacune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5120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160 s économisés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6035040"/>
            <a:ext cx="11247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Leçon : un bug numérique invisible dans une dépendance peut dominer 100 % du score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score à travers les itérations d'optimisation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 / 100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conjectures réfutées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737360"/>
            <a:ext cx="73152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 s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1188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total (somme des tᵢ)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737360"/>
            <a:ext cx="73152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 s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 / conjecture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737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1737360"/>
            <a:ext cx="73152" cy="1463040"/>
          </a:xfrm>
          <a:prstGeom prst="rect">
            <a:avLst/>
          </a:prstGeom>
          <a:solidFill>
            <a:srgbClr val="2E3D7E"/>
          </a:solidFill>
          <a:ln w="12700">
            <a:solidFill>
              <a:srgbClr val="2E3D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3D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</a:t>
            </a:r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 s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8116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longue (#3368)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474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SCORE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466344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E79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locale aveugle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12 000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= violation seul. Aucun smart filter.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Smart filters de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Barbell, clique+feuilles, cycle…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− 99 %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Score FunSearch (Phase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 diam + Δ + triangles, pénalité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− 93 %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Cache + batterie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Apprentissage cross-conjectures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− 44 %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a cherché à améliorer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itérative : identifier le bottleneck, attaquer, mesurer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411480"/>
            <a:ext cx="91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5440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91440" cy="2148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 #3368 (1.5 s)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− 0.8 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Problème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lollipop pur explorait 168 variantes sans trouver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108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diverse : dense + path + caterpillar + lollipop (25 variantes)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440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737360"/>
            <a:ext cx="91440" cy="2148840"/>
          </a:xfrm>
          <a:prstGeom prst="rect">
            <a:avLst/>
          </a:prstGeom>
          <a:solidFill>
            <a:srgbClr val="2E3D7E"/>
          </a:solidFill>
          <a:ln w="12700">
            <a:solidFill>
              <a:srgbClr val="2E3D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Régression #713 (0.6 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95560" y="19202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E3D7E"/>
          </a:solidFill>
          <a:ln w="12700">
            <a:solidFill>
              <a:srgbClr val="2E3D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− 0.3 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4688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Problème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route polluait la population de la recherche locale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3108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retournent None si viol &lt; −0.5 (laisser repartir frais)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5440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69080"/>
            <a:ext cx="91440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FunSearch faiblard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0" y="42519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qualité TP (4 pts)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Problème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opérateur, fonction figée hardcodée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440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+ crossover, chargement dynamique de best_heuristic.py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069080"/>
            <a:ext cx="5440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069080"/>
            <a:ext cx="91440" cy="2148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cross-conjectures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195560" y="42519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556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− 1.5 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8006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Problème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graphe re-trouvé pour des conjectures similaires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5440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 </a:t>
            </a:r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(subgroups, x, y, sign) → (graph, x_val, y_val), lookup arithmétique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GraphBench Challenge — M1 MIAGE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6019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F96167">
              <a:alpha val="2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828800"/>
            <a:ext cx="3657600" cy="3657600"/>
          </a:xfrm>
          <a:prstGeom prst="ellipse">
            <a:avLst/>
          </a:prstGeom>
          <a:solidFill>
            <a:srgbClr val="F9E795">
              <a:alpha val="3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retient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017520" y="2468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réfutées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officiel 5.0 s sur 100 conjectures, soit ~50 ms par conjecture en moyenne.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niveaux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0175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cascade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4206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→ Smart filter → Templates → Recherche locale. Le moins cher d'abord.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017520" y="4937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FunSearch fonctionnel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7520" y="5440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+ crossover via Groq/Llama. La fonction de score évolue automatiquement.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!  </a:t>
            </a:r>
            <a:pPr algn="ctr"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github.com/maladoooo/graphbench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GraphBench Challenge — Présentation</dc:title>
  <dc:subject>PptxGenJS Presentation</dc:subject>
  <dc:creator>Raphaël Meimoun</dc:creator>
  <cp:lastModifiedBy>Raphaël Meimoun</cp:lastModifiedBy>
  <cp:revision>1</cp:revision>
  <dcterms:created xsi:type="dcterms:W3CDTF">2026-05-20T07:15:52Z</dcterms:created>
  <dcterms:modified xsi:type="dcterms:W3CDTF">2026-05-20T07:15:52Z</dcterms:modified>
</cp:coreProperties>
</file>